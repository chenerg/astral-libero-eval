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097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 内部执行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系统提示是 PROMPT_BASE_3。每一回合恰好一次 HTTP 调用，直到 success=true 或 terminated=true。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5875">
            <a:solidFill>
              <a:srgbClr val="1E3A5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复位的 agentview 和 wrist 已附上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10128" y="713232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5875">
            <a:solidFill>
              <a:srgbClr val="1E3A5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若开场白点名了旧局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只读该目录的 NOTES、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AGENT_SUMMARY、result.json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36208" y="713232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1E3A5F"/>
          </a:solidFill>
          <a:ln w="15875">
            <a:solidFill>
              <a:srgbClr val="1E3A5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GET /status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读指令、位姿和两张图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以及剩余预算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62288" y="713232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5875">
            <a:solidFill>
              <a:srgbClr val="1E3A5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轴还没确认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爪下只探马上要用的轴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否则只把 x 加 0.03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和速查矛盾就本集反转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62656" y="1207008"/>
            <a:ext cx="347472" cy="0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88736" y="1207008"/>
            <a:ext cx="347472" cy="0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814816" y="1207008"/>
            <a:ext cx="347472" cy="0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451592" y="1700784"/>
            <a:ext cx="0" cy="201168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84048" y="1901952"/>
            <a:ext cx="11018520" cy="457200"/>
          </a:xfrm>
          <a:prstGeom prst="roundRect">
            <a:avLst>
              <a:gd name="adj" fmla="val 16000"/>
            </a:avLst>
          </a:prstGeom>
          <a:solidFill>
            <a:srgbClr val="0F4C5C"/>
          </a:solidFill>
          <a:ln w="15875">
            <a:solidFill>
              <a:srgbClr val="1E3A5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下一回合回到这里：读两张图和这次返回的 state、feedback，用残差对照刚发出的目标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2542032"/>
            <a:ext cx="2331720" cy="960120"/>
          </a:xfrm>
          <a:prstGeom prst="diamond">
            <a:avLst/>
          </a:prstGeom>
          <a:solidFill>
            <a:srgbClr val="F8E8B0"/>
          </a:solidFill>
          <a:ln w="15875">
            <a:solidFill>
              <a:srgbClr val="8A6D1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已经结束?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15768" y="3022092"/>
            <a:ext cx="292608" cy="0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008376" y="2688336"/>
            <a:ext cx="2880360" cy="676656"/>
          </a:xfrm>
          <a:prstGeom prst="roundRect">
            <a:avLst>
              <a:gd name="adj" fmla="val 10811"/>
            </a:avLst>
          </a:prstGeom>
          <a:solidFill>
            <a:srgbClr val="1B6B45"/>
          </a:solidFill>
          <a:ln w="15875">
            <a:solidFill>
              <a:srgbClr val="1E3A5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 AGENT_SUMMARY.md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会话结束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37744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022092"/>
            <a:ext cx="329184" cy="0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870448" y="28026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542032"/>
            <a:ext cx="2468880" cy="960120"/>
          </a:xfrm>
          <a:prstGeom prst="diamond">
            <a:avLst/>
          </a:prstGeom>
          <a:solidFill>
            <a:srgbClr val="F8E8B0"/>
          </a:solidFill>
          <a:ln w="15875">
            <a:solidFill>
              <a:srgbClr val="8A6D1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预算做不完?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0" y="3022092"/>
            <a:ext cx="256032" cy="0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942832" y="2633472"/>
            <a:ext cx="2852928" cy="786384"/>
          </a:xfrm>
          <a:prstGeom prst="roundRect">
            <a:avLst>
              <a:gd name="adj" fmla="val 9302"/>
            </a:avLst>
          </a:prstGeom>
          <a:solidFill>
            <a:srgbClr val="7F2D2D"/>
          </a:solidFill>
          <a:ln w="15875">
            <a:solidFill>
              <a:srgbClr val="1E3A5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已至少 10 次移动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 /give_up，再写同样的总结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05088" y="237744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2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52360" y="3502152"/>
            <a:ext cx="0" cy="521208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818120" y="35295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否，选一个意图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36210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这一回合只做下面六件事中的一件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" y="4041648"/>
            <a:ext cx="1812036" cy="1298448"/>
          </a:xfrm>
          <a:prstGeom prst="rect">
            <a:avLst/>
          </a:prstGeom>
          <a:solidFill>
            <a:srgbClr val="FFFD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4041648"/>
            <a:ext cx="1812036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169664"/>
            <a:ext cx="1702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尚未对准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" y="4498848"/>
            <a:ext cx="17023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接近，或摆好预抓姿态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靠近后步长收到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0.5–2 cm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05812" y="4041648"/>
            <a:ext cx="1812036" cy="1298448"/>
          </a:xfrm>
          <a:prstGeom prst="rect">
            <a:avLst/>
          </a:prstGeom>
          <a:solidFill>
            <a:srgbClr val="FFFD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05812" y="4041648"/>
            <a:ext cx="1812036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60676" y="4169664"/>
            <a:ext cx="1702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在两爪之间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60676" y="4498848"/>
            <a:ext cx="17023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才发 gripper=0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不和大幅平移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捆在同一次调用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27576" y="4041648"/>
            <a:ext cx="1812036" cy="1298448"/>
          </a:xfrm>
          <a:prstGeom prst="rect">
            <a:avLst/>
          </a:prstGeom>
          <a:solidFill>
            <a:srgbClr val="FFFD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27576" y="4041648"/>
            <a:ext cx="1812036" cy="7315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82440" y="4169664"/>
            <a:ext cx="1702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刚刚闭合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82440" y="4498848"/>
            <a:ext cx="17023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 gripper=0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 +z 0.02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看物体跟不跟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49340" y="4041648"/>
            <a:ext cx="1812036" cy="1298448"/>
          </a:xfrm>
          <a:prstGeom prst="rect">
            <a:avLst/>
          </a:prstGeom>
          <a:solidFill>
            <a:srgbClr val="FFFD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49340" y="4041648"/>
            <a:ext cx="1812036" cy="73152"/>
          </a:xfrm>
          <a:prstGeom prst="rect">
            <a:avLst/>
          </a:prstGeom>
          <a:solidFill>
            <a:srgbClr val="3F6212"/>
          </a:solidFill>
          <a:ln w="12700">
            <a:solidFill>
              <a:srgbClr val="3F6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04204" y="4169664"/>
            <a:ext cx="1702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62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物体跟着走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04204" y="4498848"/>
            <a:ext cx="17023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自由空间搬运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 高过障碍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每次都写 gripper=0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71104" y="4041648"/>
            <a:ext cx="1812036" cy="1298448"/>
          </a:xfrm>
          <a:prstGeom prst="rect">
            <a:avLst/>
          </a:prstGeom>
          <a:solidFill>
            <a:srgbClr val="FFFD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71104" y="4041648"/>
            <a:ext cx="1812036" cy="73152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25968" y="4169664"/>
            <a:ext cx="1702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已到目标上方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25968" y="4498848"/>
            <a:ext cx="17023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先对齐姿态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再下降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再张开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992868" y="4041648"/>
            <a:ext cx="1812036" cy="1298448"/>
          </a:xfrm>
          <a:prstGeom prst="rect">
            <a:avLst/>
          </a:prstGeom>
          <a:solidFill>
            <a:srgbClr val="FFFD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92868" y="4041648"/>
            <a:ext cx="1812036" cy="73152"/>
          </a:xfrm>
          <a:prstGeom prst="rect">
            <a:avLst/>
          </a:prstGeom>
          <a:solidFill>
            <a:srgbClr val="7F2D2D"/>
          </a:solidFill>
          <a:ln w="12700">
            <a:solidFill>
              <a:srgbClr val="7F2D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47732" y="4169664"/>
            <a:ext cx="1702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2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挡住或没跟上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047732" y="4498848"/>
            <a:ext cx="17023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换 xy、高度或姿态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不重发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同一个目标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290066" y="5340096"/>
            <a:ext cx="0" cy="146304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211830" y="5340096"/>
            <a:ext cx="0" cy="146304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133594" y="5340096"/>
            <a:ext cx="0" cy="146304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055358" y="5340096"/>
            <a:ext cx="0" cy="146304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977122" y="5340096"/>
            <a:ext cx="0" cy="146304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10898886" y="5340096"/>
            <a:ext cx="0" cy="146304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384048" y="5486400"/>
            <a:ext cx="11420856" cy="566928"/>
          </a:xfrm>
          <a:prstGeom prst="roundRect">
            <a:avLst>
              <a:gd name="adj" fmla="val 12903"/>
            </a:avLst>
          </a:prstGeom>
          <a:solidFill>
            <a:srgbClr val="1E3A5F"/>
          </a:solidFill>
          <a:ln w="15875">
            <a:solidFill>
              <a:srgbClr val="1E3A5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 /move     只写要改的字段。note 用中文写满 8 项。返回之后立刻回到上面的「读图」。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84048" y="6163056"/>
            <a:ext cx="11420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这次 /move 的返回就是下一回合的观测。官方成功只看返回里的 success。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内部执行</dc:title>
  <dc:subject>LIBERO Direct-EEF Codex 内部循环</dc:subject>
  <dc:creator>astra_eval</dc:creator>
  <cp:lastModifiedBy>astra_eval</cp:lastModifiedBy>
  <cp:revision>1</cp:revision>
  <dcterms:created xsi:type="dcterms:W3CDTF">2026-09-27T13:48:04Z</dcterms:created>
  <dcterms:modified xsi:type="dcterms:W3CDTF">2026-09-27T13:48:04Z</dcterms:modified>
</cp:coreProperties>
</file>